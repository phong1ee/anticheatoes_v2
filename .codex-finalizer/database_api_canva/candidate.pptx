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99586e4ef64aa6" /><Relationship Type="http://schemas.openxmlformats.org/officeDocument/2006/relationships/extended-properties" Target="/docProps/app.xml" Id="R59ea79d9e057442b" /><Relationship Type="http://schemas.openxmlformats.org/officeDocument/2006/relationships/officeDocument" Target="/ppt/presentation.xml" Id="R186a3c3da11849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314b8564ed416a"/>
  </p:sldMasterIdLst>
  <p:notesMasterIdLst>
    <p:notesMasterId xmlns:r="http://schemas.openxmlformats.org/officeDocument/2006/relationships" r:id="R6166cfe96e504a3c"/>
  </p:notesMasterIdLst>
  <p:sldIdLst>
    <p:sldId xmlns:r="http://schemas.openxmlformats.org/officeDocument/2006/relationships" id="256" r:id="R0556e98ecad04a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4dbd62e2874d21" /><Relationship Type="http://schemas.openxmlformats.org/officeDocument/2006/relationships/slideMaster" Target="/ppt/slideMasters/slideMaster1.xml" Id="Ra2314b8564ed416a" /><Relationship Type="http://schemas.openxmlformats.org/officeDocument/2006/relationships/notesMaster" Target="/ppt/notesMasters/notesMaster1.xml" Id="R6166cfe96e504a3c" /><Relationship Type="http://schemas.openxmlformats.org/officeDocument/2006/relationships/presProps" Target="/ppt/presProps.xml" Id="R956fccc800c04222" /><Relationship Type="http://schemas.openxmlformats.org/officeDocument/2006/relationships/tableStyles" Target="/ppt/tableStyles.xml" Id="R7729be28bfdd4c97" /><Relationship Type="http://schemas.openxmlformats.org/officeDocument/2006/relationships/slide" Target="/ppt/slides/slide1.xml" Id="R0556e98ecad04a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11c76e2e674e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c6bc3b3dd840e3" /><Relationship Type="http://schemas.openxmlformats.org/officeDocument/2006/relationships/notesMaster" Target="/ppt/notesMasters/notesMaster1.xml" Id="Rcce12fc467af4c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Designed from the user-provided outline: Database &amp; API Design, simplified ERD, JWT, and RBAC.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ca1ac3bee48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1d74f6b77648c5" /><Relationship Type="http://schemas.openxmlformats.org/officeDocument/2006/relationships/slideLayout" Target="/ppt/slideLayouts/slideLayout1.xml" Id="R6af6affaea6f47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6affaea6f47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63193244d432c" /><Relationship Type="http://schemas.openxmlformats.org/officeDocument/2006/relationships/notesSlide" Target="/ppt/notesSlides/notesSlide1.xml" Id="R5947840663a446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E2BE7C-4AD5-4D58-B60F-705436A6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429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62E07-25FF-4815-8C01-05420929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DATABASE &amp; API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A1196-04BB-4A7E-AA26-2F24744E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data model connects exam delivery, answer storage, and anti-cheat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28AA0-D3CE-4708-ACC3-B45D6EF6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CORE DATA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39496-5DB2-450C-97AC-D10FAA2A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19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API SECURITY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52DD6-20DD-405F-B43F-42818FBF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800850" cy="344805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7CA96-BB8C-402E-B542-9783A6BE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3771900" cy="344805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02735-F1D5-4780-9663-1C3F9B41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DA72F-1DBC-4F94-A2FA-B93A24E8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9A761-08F3-46C4-88BB-E2881169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44453-EE64-4E3E-B174-87FFD601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9825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B0651-9A94-4A36-BBEC-9693C2B3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7177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school_id  PK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BF8D3-6C11-4876-8877-EA8B9FD6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7AC9E-382B-4215-85DE-67841F05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62200"/>
            <a:ext cx="1428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7EC27-6696-47A0-B967-99909970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6220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13325-7834-4986-A97B-6B2005A1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336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3B9C5-768C-403E-9D72-1CC3D4EC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9825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949FE-EC7E-4CE4-8C4A-2C9F0BFC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7177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exam_id  PK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CD77B-CBDE-41C6-825F-6378EDD5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examcode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4DA9B-9E2A-41AD-AE84-50A43FA6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1600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93127-FF74-4622-9C35-F69C8754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1600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6366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6ABE5-8D31-4862-BFFB-0BE45467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3365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6366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68159-BB65-47C0-B91B-8A06D20E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98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ATTEMPT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FEFC8-26D3-411F-AE2C-763102E3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717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attempt_id  PK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FE26A-6899-49F7-B45C-24BBC860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71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student_id  FK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DE3D06-069D-4A4D-8725-3FD51BF7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43350"/>
            <a:ext cx="1676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24CA37-D0B3-4C9C-908A-C5B42DDE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43350"/>
            <a:ext cx="1676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BA0940-FF4A-4717-837C-F8EE3B2D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148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0D56D-C0D5-46A0-9453-90C238DB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90975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AEDEF-C66C-4BE5-8591-6689FD6C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529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attempt_id  FK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9D9958-2CB9-4920-BD09-9E8537EB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MCQ and Essay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E30F03-BB08-40DA-8B5D-EA70D0BB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43350"/>
            <a:ext cx="1752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0A3FA6-291B-4326-ACB8-2BF802F2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43350"/>
            <a:ext cx="1752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C67F31-CBD9-4A2E-8A2E-29F62089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148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03E7E3-1218-4A5F-9066-838101B1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9097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 EVENT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494359-843B-4C72-A70D-55FB1261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5292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attempt_id  FK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242695-7A21-4A58-97D2-A1A3AE78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529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event_type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63CBB2-243D-44C8-92A2-B2CC0794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57475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E1A890-FBBD-4119-92C6-421C0F82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76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owns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1D9F76-D74B-4D2E-96D6-119F9044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57475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8CE260-909D-40E5-88C7-4E3E255A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creates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414BFA-E8F4-4566-9E00-334D0ADE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3850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9D9E3C-8C14-4ACB-AA17-C6E328A8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2362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A48501-1E24-46CC-84AF-E35692A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DA46F0-4561-44ED-9823-03E6F7AE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045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E7FB78-D1D4-439D-BA30-FF53D429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385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stores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A061A7-F2EF-4296-9231-B80EEFC5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C8F7D8-C22B-4363-9C12-0C8CF62E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63055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31D84C-44BC-4329-BECE-A4B1A789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607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Attempt is the central link between the student, exam, answers, and monitoring events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AE7381-7130-4CAD-B3AE-C8A78602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33147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C319AB-C391-40A2-9140-C77563F0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47D6F3-AE30-4015-9192-902F64B5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REACT CLIENT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7A6B87-F235-447D-B05A-E8F870AE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Sends the access token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7781B9-6DC9-4C41-B3EB-1F58101A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D86895-9550-402F-A11A-7BA9F1C6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33147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2766E4-7AE3-4337-B43D-C91DC5A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BD3FB2-93A5-400D-AF44-299F0D95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JWT AUTHENTICATION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85DA30-D943-446B-BDD4-103BEFD1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Verifies identity and token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DEDFE9-4281-4694-85DA-19D7640E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5755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551A73-16E7-41AC-B3CB-650BB10A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33147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AFB7BD-7FBB-4F40-82A9-6206686E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C912B2-6266-42B7-A661-6A6621AA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RBAC AUTHORIZATION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3E63CF-3446-42CB-AD9C-EAA7DA8D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195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Checks Student, Teacher, or Admin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5C56DE-66D1-437F-9E8C-6D309CA3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4810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93B31E-51EA-4F19-8FDD-3A6EF528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3147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5D554F-9433-4DE2-ADAD-40D80BE8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1FE725D-BC9C-4D20-A9BF-313F13D8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FASTAPI ROUTES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965D68-47C2-416B-9B5F-7602161E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Runs authorized operations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0E95EB-1E1D-40A2-B8FB-80BC544A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3865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C7D1027-6339-418C-A550-AE2DBF13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72000"/>
            <a:ext cx="3314700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9F84E4-43E4-4E7E-BF1C-93968427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67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E5FDBF-6B8A-4580-A6BA-BA6C1C19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MYSQL DATABASE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7D5AF20-36C6-41D3-9E4D-72BCDE44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006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Persists transactional data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087EC6-66CC-4FCD-A7BD-DB722792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586E2F-E793-459D-89ED-DA0BF79C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150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428069-7944-4636-8261-CA5FED3F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864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JWT identifies the user. RBAC limits route access. Attempt IDs keep answers and anti-cheat events in the same exam session.</a:t>
            </a:r>
          </a:p>
        </p:txBody>
      </p:sp>
    </p:spTree>
    <p:extLst>
      <p:ext uri="{BB962C8B-B14F-4D97-AF65-F5344CB8AC3E}">
        <p14:creationId xmlns:p14="http://schemas.microsoft.com/office/powerpoint/2010/main" val="200841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2026-09-23T15:41:56.2100000Z</dcterms:created>
  <dcterms:modified xsi:type="dcterms:W3CDTF">2026-09-23T15:41:56.2100000Z</dcterms:modified>
</coreProperties>
</file>