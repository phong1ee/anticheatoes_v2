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4393127f7d481e" /><Relationship Type="http://schemas.openxmlformats.org/officeDocument/2006/relationships/extended-properties" Target="/docProps/app.xml" Id="Rc9cdb8c55cbe4d6e" /><Relationship Type="http://schemas.openxmlformats.org/officeDocument/2006/relationships/officeDocument" Target="/ppt/presentation.xml" Id="Ra693b88a992144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ff82cdbc884acb"/>
  </p:sldMasterIdLst>
  <p:notesMasterIdLst>
    <p:notesMasterId xmlns:r="http://schemas.openxmlformats.org/officeDocument/2006/relationships" r:id="R07ae73f7ff89404f"/>
  </p:notesMasterIdLst>
  <p:sldIdLst>
    <p:sldId xmlns:r="http://schemas.openxmlformats.org/officeDocument/2006/relationships" id="256" r:id="R3b5b44cb28a14a9e"/>
    <p:sldId xmlns:r="http://schemas.openxmlformats.org/officeDocument/2006/relationships" id="257" r:id="Rf1bc369495d049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3369098d14560" /><Relationship Type="http://schemas.openxmlformats.org/officeDocument/2006/relationships/slideMaster" Target="/ppt/slideMasters/slideMaster1.xml" Id="Re0ff82cdbc884acb" /><Relationship Type="http://schemas.openxmlformats.org/officeDocument/2006/relationships/notesMaster" Target="/ppt/notesMasters/notesMaster1.xml" Id="R07ae73f7ff89404f" /><Relationship Type="http://schemas.openxmlformats.org/officeDocument/2006/relationships/presProps" Target="/ppt/presProps.xml" Id="Reca20c248b964660" /><Relationship Type="http://schemas.openxmlformats.org/officeDocument/2006/relationships/tableStyles" Target="/ppt/tableStyles.xml" Id="R31bce9c418984084" /><Relationship Type="http://schemas.openxmlformats.org/officeDocument/2006/relationships/slide" Target="/ppt/slides/slide1.xml" Id="R3b5b44cb28a14a9e" /><Relationship Type="http://schemas.openxmlformats.org/officeDocument/2006/relationships/slide" Target="/ppt/slides/slide2.xml" Id="Rf1bc369495d049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a0a6b72a541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059fa0b1324fe8" /><Relationship Type="http://schemas.openxmlformats.org/officeDocument/2006/relationships/notesMaster" Target="/ppt/notesMasters/notesMaster1.xml" Id="R7abbc447fa42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bdae1c66f54ae5" /><Relationship Type="http://schemas.openxmlformats.org/officeDocument/2006/relationships/notesMaster" Target="/ppt/notesMasters/notesMaster1.xml" Id="R6f794fa8efa7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Content/6_AntiCheat_System.tex, Microphone and Voice Monitoring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Content/6_AntiCheat_System.tex, Model Validation and Deployment Considerations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00a4ae75e4a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00483a78e747e8" /><Relationship Type="http://schemas.openxmlformats.org/officeDocument/2006/relationships/slideLayout" Target="/ppt/slideLayouts/slideLayout1.xml" Id="R044b90427e0743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4b90427e0743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7817bb78245ce" /><Relationship Type="http://schemas.openxmlformats.org/officeDocument/2006/relationships/notesSlide" Target="/ppt/notesSlides/notesSlide1.xml" Id="R1e3189a7829648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bd456419c46cc" /><Relationship Type="http://schemas.openxmlformats.org/officeDocument/2006/relationships/notesSlide" Target="/ppt/notesSlides/notesSlide2.xml" Id="R4b92b1160f294a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AE7869-8559-43F2-B9C4-337B916B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4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23F7E-40A6-4625-94D6-DD9180FE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MICROPHONE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54014-579E-43A6-B8D8-8F006C59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Detecting multiple-speaker activity during an examination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F66A1-97C7-476D-9711-79708E70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247900" cy="27241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A3150-F522-4A04-A4DF-BFFC6EAB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E0A0F-550C-457C-B0A3-3E39159E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Audio 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F8ACB-2FE2-4492-8C20-02E7633F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Reuses the microphone stream obtained during the security preflight.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66ABF-26EA-4475-8B7C-EC41D4CB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000125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LIVE AUDIO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0185C-8C16-4445-B2F1-6059712F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2247900" cy="27241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CFA60-8DCE-42BA-B132-4DAD02F2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FD984-62D8-437D-A6DF-E5A6365A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Speech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6B9B7-9403-428D-8E67-4798907E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81350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Silero VAD identifies speech segments and maintains a 10-second, 16 kHz audio buffer.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AD29A-5C6B-4B8A-B7BD-D3C8C645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29100"/>
            <a:ext cx="1000125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SILERO VAD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414D7-B178-4FE2-8841-664187B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247900" cy="27241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4A154-B86B-4962-A317-7C76AEB3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9E0C9-4225-4645-82E8-411FF0A9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Speaker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29104-72E0-40BF-AF9E-2568AD2C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Pyannote 3.0 INT8 runs locally to detect overlapping speech and alternating speaker turns.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1B869-689F-4CE5-8615-071734B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29100"/>
            <a:ext cx="1000125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BROWSER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F0E49-4F63-4458-B2A2-23C27C3A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24050"/>
            <a:ext cx="2247900" cy="27241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DE365-7CD0-4848-88F4-783723DF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4B07B-40C9-42FA-8107-E798CC52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241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Event Processing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22804-BC65-44EE-941C-C5D6C681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81350"/>
            <a:ext cx="1828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Temporal filters and a 3-second cooldown reduce repeated alerts before the server records the event.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682B5-DD8C-42C1-8844-5ACB4073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29100"/>
            <a:ext cx="12573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SERVER VERIFIED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A4D7C-B983-4A76-B581-5043E63E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50354-F30F-46F9-8D55-A344ED47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515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FDABC-9967-4A34-B562-0515488C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836B3-16BE-45D1-8523-8E2BFB0C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MULTIPLE_VOICES_DETECTED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429C16-F15D-4A9B-B854-6571FC51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DAF53-2815-44D9-BA46-1F0A7102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768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PRIVACY BY DESIGN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FFFBF-0748-4584-B59F-92E1C8B1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Raw audio, transcripts, voiceprints, and biometric data are never uploaded or stored. Only limited event metadata reaches the server.</a:t>
            </a:r>
          </a:p>
        </p:txBody>
      </p:sp>
    </p:spTree>
    <p:extLst>
      <p:ext uri="{BB962C8B-B14F-4D97-AF65-F5344CB8AC3E}">
        <p14:creationId xmlns:p14="http://schemas.microsoft.com/office/powerpoint/2010/main" val="2095790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70A08E4-F23C-476D-A760-F1B9043F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429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2444F-57B8-4664-9424-E95CF1C2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MICROPHONE AI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FF025-048B-40E7-B376-6141A001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Four-model comparison highlights the browser deployment trade-off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2FE9B-E4AC-4B67-9F67-AAD48B9F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F3F5D-51D9-41C8-8EE5-C1C380A5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33525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BENCHMARK: 900 clips | 10 seconds | 16 kHz mono | 3 balanced classes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7EFBF-8E64-4DF7-8E0F-6C9CDF6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71475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E6101-F898-48D3-80C0-8F9D415E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DEPLOYED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FEEB9-C35D-4C36-9285-0243FDC1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Pyannote 3.0 INT8 ONNX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65576-DA9C-4F6B-9B91-26E7978B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5C37A-F5A7-4D57-856D-916F203E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67.00%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F41F1-E711-4C6B-BEC8-AF19E09B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2194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2F38E-518C-465B-A164-BFE7955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2157032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64912-2510-448C-995D-FB4002C9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78EA8-E551-4E55-A31F-0C722357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48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99.35%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596D6-5627-4538-8908-4299703B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2194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CCEEC-8ACE-4C72-A1DA-38FCA958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198524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FE109-E77A-4AAA-A0B0-456C2AEE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Multiple-speaker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FAC702-021D-40A1-B520-713D7CD8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50.83%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B4B14-DADA-4BDE-A6E5-F501A0BF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32194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26130-06B2-4649-8D9F-EAC15C36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1636446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6E4E2-BAC2-4222-AAC1-35E0478D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9144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08F26-E4FE-462C-84C3-E3A3D7EB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1.54 MB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ACB65-F102-4ECF-B4FA-C020DC87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MODEL SIZE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58061-7386-401B-B1C2-80C6B05A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76800"/>
            <a:ext cx="10668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01472-2862-41D1-88DE-345423F3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33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107.58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8D63D4-0F25-40B0-9967-8DAC72CC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P95 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DA1FD-07A1-4BD8-97BB-E47B9013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76800"/>
            <a:ext cx="10477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C929DC-8712-4770-BC74-DC1D4EB2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339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0.67%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16A8C-CADC-40C2-8DBF-294F02A0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006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FVR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D1A1F0-E244-44BF-BD60-259879F1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38350"/>
            <a:ext cx="687705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B93780-1E38-4760-8A1C-C0572DC5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MODEL COMPARISON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3797DD-6CE0-404A-A1D4-2AFF05B9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35B418-6D3B-4A23-A6F0-0162EA95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98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07A93E-0CB1-4AC3-A283-C4432F36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9163EB-1A26-4F85-B9CE-386814AF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60BFEC-1CE1-4700-BC9C-E2CB95BC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472D4C-614A-4720-B5AA-F9F66298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98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4BF0A4-74F5-4839-A221-986C50F5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C9C0B1-6118-4192-B38C-05564B3C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FVR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EBE390-71C7-42B4-94F0-B67895BF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E1811B-D89D-4C1F-A298-89F5FC16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Deployment fit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622F2F-FFDB-4DF6-A855-4A1EE7C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718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8D993C-F4D4-4F36-9F4A-7B08E354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1942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Pyannote 3.0 INT8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D9E617-B397-4955-810C-030F1784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EDDFAE-2993-4A9A-8DD0-D254ACAC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194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67.00%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FB1EDF-66AF-405D-8BD4-174198E3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718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36FA73-FAB2-40D8-B4F9-51710C60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19425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50.83%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DFD2E8-00DB-4ABA-A6CA-3F14573F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2BC578-DF4F-453B-9C02-1A6E1A46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194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0.67%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A29D36-BFE1-44E2-9F8F-D1C2A2A8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431C7B-3C27-49CB-9D04-9B096F86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194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Browser, 1.54 MB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D47EC0-0F50-4CB9-9FF5-5DC418B6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87B25D-EDCA-434C-9B5C-60A6AE07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1472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Legacy Pyannote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EB1A54-D7AD-455F-9E10-C70F5349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032677-6257-4D17-8B1C-E3DC9D0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147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80.67%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85E5C9-65E8-435A-BBCF-1B7857BC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E38699-718C-4B91-8D14-A821EF16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14725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71.50%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F56649-B587-4C9E-8DB2-B30EC12D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5081FF-9552-4282-AEEC-51D96B3E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147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1.00%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7D78E7-41AD-4C63-B2F4-6880B65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B9B316-D946-446D-BEA1-A3690A17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147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Server candidate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912E13-2FE4-4FE7-86CC-4F475054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B239F3-1667-4279-88FF-9065BB6B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1002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NVIDIA Sortformer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B6F07F-059D-44DE-9699-83CA7773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68673D-500E-4E3D-B3CB-CB3DDD85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00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85.89%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534B33-B749-463F-9993-03E10A4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624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3F6B5E-D933-4D8D-8C2A-A09C7D35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10025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78.83%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27A279-F187-4DCD-B44F-7A901E11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6240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8C87E81-2A60-432C-A38E-02BAFB18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10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0.00%*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CB8078-20AB-45FD-AD14-9D4FDDD1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624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77D854-D8BB-4424-A296-2E55E703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100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CUDA/NeMo, 493 MB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BBCB3BD-3444-41B5-A13A-F65D9F3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705B35-E2D9-4B4B-8A32-6ACF70C2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0532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NVIDIA MSDD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519990-38F6-4C61-8E54-B0660077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81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F04D3D6-F0FD-4519-87CE-E96A4BB6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053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64.67%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2E2127-44F9-4690-9C0A-57FC951E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F7ABE4-BFF7-4CF4-8D17-524EE41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05325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60.33%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BF45FB-764B-4A7B-BCF0-A30D570A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5770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9B39C78-4651-43E9-91C9-B72F0675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053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26.67%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D08BAF-2CF1-420D-BB1B-4DB8283F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57700"/>
            <a:ext cx="2038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1D0B37-54C5-48CF-B792-1347B7E3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05325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RTF 2.92, too slow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4831E0-A5EE-4DFA-88DB-4BF09B59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1015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* Sortformer's 0.00% FVR applies only to this controlled benchmark.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EB3106-7F70-4DCD-9392-38E2F80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3875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Timing used different hardware providers, so latency is not hardware-equivalent.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4741D56-E3FD-4FDC-97CD-22D06F50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9050">
            <a:solidFill>
              <a:srgbClr val="0891B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C098ED1-F9B1-4CC8-B8C0-86D2F8D4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DEPLOYMENT DECISION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94499A3-73D2-4B76-AAF0-34E2C6AC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0198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Sortformer leads accuracy, but Pyannote INT8 remains the practical browser choice: compact, fast, local, and privacy-preserving.</a:t>
            </a:r>
          </a:p>
        </p:txBody>
      </p:sp>
    </p:spTree>
    <p:extLst>
      <p:ext uri="{BB962C8B-B14F-4D97-AF65-F5344CB8AC3E}">
        <p14:creationId xmlns:p14="http://schemas.microsoft.com/office/powerpoint/2010/main" val="1805496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2026-09-23T03:53:19.7810000Z</dcterms:created>
  <dcterms:modified xsi:type="dcterms:W3CDTF">2026-09-23T03:53:19.7810000Z</dcterms:modified>
</coreProperties>
</file>